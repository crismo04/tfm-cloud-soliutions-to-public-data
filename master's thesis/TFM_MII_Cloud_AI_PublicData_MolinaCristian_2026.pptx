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0" r:id="rId3"/>
    <p:sldId id="273" r:id="rId4"/>
    <p:sldId id="271" r:id="rId5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4660" autoAdjust="0"/>
  </p:normalViewPr>
  <p:slideViewPr>
    <p:cSldViewPr>
      <p:cViewPr varScale="1">
        <p:scale>
          <a:sx n="72" d="100"/>
          <a:sy n="72" d="100"/>
        </p:scale>
        <p:origin x="77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3"/>
          </a:xfrm>
          <a:prstGeom prst="rect">
            <a:avLst/>
          </a:prstGeom>
          <a:noFill/>
        </p:spPr>
      </p:pic>
      <p:pic>
        <p:nvPicPr>
          <p:cNvPr id="3" name="Picture 2" descr="E:\Recursos\Logos\Logo UCM 2012\Marca UCM logo Blanco.gif"/>
          <p:cNvPicPr>
            <a:picLocks noChangeAspect="1" noChangeArrowheads="1"/>
          </p:cNvPicPr>
          <p:nvPr userDrawn="1"/>
        </p:nvPicPr>
        <p:blipFill>
          <a:blip r:embed="rId3" cstate="print"/>
          <a:stretch>
            <a:fillRect/>
          </a:stretch>
        </p:blipFill>
        <p:spPr bwMode="auto">
          <a:xfrm>
            <a:off x="3779912" y="332656"/>
            <a:ext cx="1584176" cy="145540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59810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2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3" descr="E:\Trabajo\Vicerrectorado de Planificación\Presentación Reestructuración de Departamentos\Rec\Fondo muy claro.jpg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"/>
            <a:ext cx="9143999" cy="6869844"/>
          </a:xfrm>
          <a:prstGeom prst="rect">
            <a:avLst/>
          </a:prstGeom>
          <a:noFill/>
        </p:spPr>
      </p:pic>
      <p:pic>
        <p:nvPicPr>
          <p:cNvPr id="14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t="94985"/>
          <a:stretch>
            <a:fillRect/>
          </a:stretch>
        </p:blipFill>
        <p:spPr bwMode="auto">
          <a:xfrm>
            <a:off x="0" y="6525344"/>
            <a:ext cx="9143999" cy="344500"/>
          </a:xfrm>
          <a:prstGeom prst="rect">
            <a:avLst/>
          </a:prstGeom>
          <a:noFill/>
        </p:spPr>
      </p:pic>
      <p:pic>
        <p:nvPicPr>
          <p:cNvPr id="13" name="Picture 2" descr="E:\Trabajo\Vicerrectorado de Planificación\Presentación Reestructuración de Departamentos\Rec\Fondo Azul.jpg"/>
          <p:cNvPicPr>
            <a:picLocks noChangeAspect="1" noChangeArrowheads="1"/>
          </p:cNvPicPr>
          <p:nvPr userDrawn="1"/>
        </p:nvPicPr>
        <p:blipFill>
          <a:blip r:embed="rId3" cstate="print"/>
          <a:srcRect b="89917"/>
          <a:stretch>
            <a:fillRect/>
          </a:stretch>
        </p:blipFill>
        <p:spPr bwMode="auto">
          <a:xfrm>
            <a:off x="0" y="0"/>
            <a:ext cx="9143999" cy="692696"/>
          </a:xfrm>
          <a:prstGeom prst="rect">
            <a:avLst/>
          </a:prstGeom>
          <a:noFill/>
        </p:spPr>
      </p:pic>
      <p:pic>
        <p:nvPicPr>
          <p:cNvPr id="20481" name="Picture 1" descr="E:\Recursos\Logos\Logo UCM 2012\Marca UCM Alternativa logo blanco.gif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5428" y="150540"/>
            <a:ext cx="1800200" cy="46346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2183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65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CuadroTexto"/>
          <p:cNvSpPr txBox="1"/>
          <p:nvPr/>
        </p:nvSpPr>
        <p:spPr>
          <a:xfrm>
            <a:off x="0" y="325067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Implementación</a:t>
            </a:r>
            <a:r>
              <a:rPr lang="en-US" sz="2400" b="1" dirty="0"/>
              <a:t> de </a:t>
            </a:r>
            <a:r>
              <a:rPr lang="en-US" sz="2400" b="1" dirty="0" err="1"/>
              <a:t>soluciones</a:t>
            </a:r>
            <a:r>
              <a:rPr lang="en-US" sz="2400" b="1" dirty="0"/>
              <a:t> </a:t>
            </a:r>
            <a:r>
              <a:rPr lang="en-US" sz="2400" b="1" dirty="0" err="1"/>
              <a:t>en</a:t>
            </a:r>
            <a:r>
              <a:rPr lang="en-US" sz="2400" b="1" dirty="0"/>
              <a:t> la </a:t>
            </a:r>
            <a:r>
              <a:rPr lang="en-US" sz="2400" b="1" dirty="0" err="1"/>
              <a:t>nube</a:t>
            </a:r>
            <a:r>
              <a:rPr lang="en-US" sz="2400" b="1" dirty="0"/>
              <a:t> para el </a:t>
            </a:r>
            <a:r>
              <a:rPr lang="en-US" sz="2400" b="1" dirty="0" err="1"/>
              <a:t>análisis</a:t>
            </a:r>
            <a:r>
              <a:rPr lang="en-US" sz="2400" b="1" dirty="0"/>
              <a:t> </a:t>
            </a:r>
          </a:p>
          <a:p>
            <a:pPr algn="ctr"/>
            <a:r>
              <a:rPr lang="en-US" sz="2400" b="1" dirty="0"/>
              <a:t>de </a:t>
            </a:r>
            <a:r>
              <a:rPr lang="en-US" sz="2400" b="1" dirty="0" err="1"/>
              <a:t>datos</a:t>
            </a:r>
            <a:r>
              <a:rPr lang="en-US" sz="2400" b="1" dirty="0"/>
              <a:t> </a:t>
            </a:r>
            <a:r>
              <a:rPr lang="en-US" sz="2400" b="1" dirty="0" err="1"/>
              <a:t>públicos</a:t>
            </a:r>
            <a:r>
              <a:rPr lang="en-US" sz="2400" b="1" dirty="0"/>
              <a:t> a </a:t>
            </a:r>
            <a:r>
              <a:rPr lang="en-US" sz="2400" b="1" dirty="0" err="1"/>
              <a:t>través</a:t>
            </a:r>
            <a:r>
              <a:rPr lang="en-US" sz="2400" b="1" dirty="0"/>
              <a:t> de </a:t>
            </a:r>
            <a:r>
              <a:rPr lang="en-US" sz="2400" b="1" dirty="0" err="1"/>
              <a:t>modelos</a:t>
            </a:r>
            <a:r>
              <a:rPr lang="en-US" sz="2400" b="1" dirty="0"/>
              <a:t> de </a:t>
            </a:r>
            <a:r>
              <a:rPr lang="en-US" sz="2400" b="1" dirty="0" err="1"/>
              <a:t>Inteligencia</a:t>
            </a:r>
            <a:r>
              <a:rPr lang="en-US" sz="2400" b="1" dirty="0"/>
              <a:t> Artificial</a:t>
            </a:r>
            <a:endParaRPr lang="es-ES" sz="2400" b="1" dirty="0"/>
          </a:p>
        </p:txBody>
      </p:sp>
      <p:sp>
        <p:nvSpPr>
          <p:cNvPr id="4" name="3 CuadroTexto"/>
          <p:cNvSpPr txBox="1"/>
          <p:nvPr/>
        </p:nvSpPr>
        <p:spPr>
          <a:xfrm>
            <a:off x="107504" y="6443619"/>
            <a:ext cx="3323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dirty="0"/>
              <a:t>Facultad de Ingeniera Informática</a:t>
            </a:r>
          </a:p>
        </p:txBody>
      </p:sp>
      <p:sp>
        <p:nvSpPr>
          <p:cNvPr id="5" name="2 CuadroTexto">
            <a:extLst>
              <a:ext uri="{FF2B5EF4-FFF2-40B4-BE49-F238E27FC236}">
                <a16:creationId xmlns:a16="http://schemas.microsoft.com/office/drawing/2014/main" id="{B24D89BD-3B6F-0F91-BFDB-BB2E601BE7FE}"/>
              </a:ext>
            </a:extLst>
          </p:cNvPr>
          <p:cNvSpPr txBox="1"/>
          <p:nvPr/>
        </p:nvSpPr>
        <p:spPr>
          <a:xfrm>
            <a:off x="-324544" y="2348880"/>
            <a:ext cx="395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Trabajo de Fin de Master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8002452-BFDC-9762-AB00-6B24C9CE64CF}"/>
              </a:ext>
            </a:extLst>
          </p:cNvPr>
          <p:cNvSpPr txBox="1"/>
          <p:nvPr/>
        </p:nvSpPr>
        <p:spPr>
          <a:xfrm>
            <a:off x="6444208" y="4653136"/>
            <a:ext cx="2880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Autor:</a:t>
            </a:r>
            <a:r>
              <a:rPr lang="en-US" dirty="0"/>
              <a:t> </a:t>
            </a:r>
          </a:p>
          <a:p>
            <a:r>
              <a:rPr lang="en-US" dirty="0"/>
              <a:t>Cristian Molina Muñoz </a:t>
            </a:r>
          </a:p>
          <a:p>
            <a:r>
              <a:rPr lang="en-US" b="1" dirty="0" err="1"/>
              <a:t>Directores</a:t>
            </a:r>
            <a:r>
              <a:rPr lang="en-US" b="1" dirty="0"/>
              <a:t>: </a:t>
            </a:r>
          </a:p>
          <a:p>
            <a:r>
              <a:rPr lang="en-US" dirty="0"/>
              <a:t>José Luis Vázquez-Poletti </a:t>
            </a:r>
          </a:p>
          <a:p>
            <a:r>
              <a:rPr lang="en-US" dirty="0"/>
              <a:t>Rubén Fuentes-Fernández</a:t>
            </a:r>
          </a:p>
        </p:txBody>
      </p:sp>
    </p:spTree>
    <p:extLst>
      <p:ext uri="{BB962C8B-B14F-4D97-AF65-F5344CB8AC3E}">
        <p14:creationId xmlns:p14="http://schemas.microsoft.com/office/powerpoint/2010/main" val="2146826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7B725-B3BD-7608-3D11-313F29930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2100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FE9446B-5AD7-F6E8-B903-49760F847BBA}"/>
              </a:ext>
            </a:extLst>
          </p:cNvPr>
          <p:cNvSpPr txBox="1"/>
          <p:nvPr/>
        </p:nvSpPr>
        <p:spPr>
          <a:xfrm>
            <a:off x="3334481" y="3044279"/>
            <a:ext cx="247503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4400" dirty="0"/>
              <a:t>Preguntas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41</Words>
  <Application>Microsoft Office PowerPoint</Application>
  <PresentationFormat>Presentación en pantalla (4:3)</PresentationFormat>
  <Paragraphs>10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6" baseType="lpstr"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Juan Carlos</dc:creator>
  <cp:lastModifiedBy>CRISTIAN MOLINA MUÑOZ</cp:lastModifiedBy>
  <cp:revision>25</cp:revision>
  <dcterms:created xsi:type="dcterms:W3CDTF">2016-10-17T15:47:14Z</dcterms:created>
  <dcterms:modified xsi:type="dcterms:W3CDTF">2026-09-08T20:42:32Z</dcterms:modified>
</cp:coreProperties>
</file>